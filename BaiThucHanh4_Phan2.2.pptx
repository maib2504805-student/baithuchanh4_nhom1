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xmlns="" id="{69432019-AA7C-59D2-24A9-299756600F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xmlns="" id="{83DFAFFB-A3DB-4FE6-4757-A033BBE5D3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C404A-CAEF-48AE-A987-DAB9AD30C498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xmlns="" id="{CAD7F0BB-AC5F-6B98-8542-EF0763051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xmlns="" id="{8CA0BC01-0879-7043-B271-69E62BA646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2A34A-C31A-45BD-A282-5C7E7DD7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050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A2D60-7FFA-4949-9BB7-14D99AE852F1}" type="datetimeFigureOut">
              <a:rPr lang="en-US" smtClean="0"/>
              <a:t>06/02/2026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44A92-D97B-4321-B7F2-86A98F494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665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F820-9F1D-47B0-ADA3-F2315357592F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F218-A976-4E20-AE63-CE0ADD93B7B1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F064-0B2F-4C88-AF0D-98C339648802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D809-8063-45F8-AE2F-FF878D4FD758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7CE4-8941-4811-93E5-D3A74C591232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2D9A2-E552-4B51-94FE-90CF8CC19192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EB0B8-7242-4FB2-8F37-0B32110B755E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64FB8-8FD3-414D-A183-CC16CABB5534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6F70-58FE-4232-A244-BA5233EC465F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Ảnh Toàn cảnh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8B16-98A1-49C2-AE99-555869AF37A9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8D13-C8D4-443B-9BD9-BECCE4E6B5A1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3D75-3555-4DA3-8892-D40952B75F15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C2BB-76DA-4990-8A1E-CCE064892814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ộ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EE9-C8D8-40C5-BC5B-FB1242A419BC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ột 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D5C1E-9CB3-4300-B7D7-646AF621830C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8C3D-3C50-409F-9BE5-DE067B4BA393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4FAC2-AA29-45B8-BE71-FA2C467633E8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BD7D9B2-CDD3-4E42-89A5-7FDC0D9B896C}" type="datetime1">
              <a:rPr lang="en-US" smtClean="0"/>
              <a:t>06/02/2026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5F479B58-FDA6-0118-6345-D0DC88F53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1716" y="919787"/>
            <a:ext cx="6003100" cy="250921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xmlns="" id="{9149106F-CB21-2685-A552-F217E0FD9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2286" y="3843096"/>
            <a:ext cx="8689976" cy="1371599"/>
          </a:xfrm>
        </p:spPr>
        <p:txBody>
          <a:bodyPr/>
          <a:lstStyle/>
          <a:p>
            <a:r>
              <a:rPr lang="en-US" dirty="0" err="1"/>
              <a:t>TS.Nguyễn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a</a:t>
            </a:r>
          </a:p>
        </p:txBody>
      </p:sp>
      <p:pic>
        <p:nvPicPr>
          <p:cNvPr id="7" name="Hình ảnh 6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82EAF564-2578-6050-CBED-5262FA0BCD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0136" y="957506"/>
            <a:ext cx="1371937" cy="1371599"/>
          </a:xfrm>
          <a:prstGeom prst="rect">
            <a:avLst/>
          </a:prstGeom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xmlns="" id="{779FFF28-5158-B315-CBD5-580BEFF74C7D}"/>
              </a:ext>
            </a:extLst>
          </p:cNvPr>
          <p:cNvSpPr txBox="1"/>
          <p:nvPr/>
        </p:nvSpPr>
        <p:spPr>
          <a:xfrm>
            <a:off x="761238" y="575354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sp>
        <p:nvSpPr>
          <p:cNvPr id="10" name="Chỗ dành sẵn cho Số hiệu Bản chiếu 9">
            <a:extLst>
              <a:ext uri="{FF2B5EF4-FFF2-40B4-BE49-F238E27FC236}">
                <a16:creationId xmlns:a16="http://schemas.microsoft.com/office/drawing/2014/main" xmlns="" id="{AFC27480-9468-B052-A5AB-3BB481BC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645531"/>
            <a:ext cx="833693" cy="663829"/>
          </a:xfrm>
        </p:spPr>
        <p:txBody>
          <a:bodyPr/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3034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A135D0F8-51FD-70E3-A515-BF23D9D1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endParaRPr lang="en-US" sz="3200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9CF8C842-854C-9C1B-67D0-9AE07F3A8D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6926" y="1983044"/>
            <a:ext cx="10363826" cy="3424107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(1966-1975)</a:t>
            </a:r>
          </a:p>
          <a:p>
            <a:pPr marL="342900" indent="-342900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D3EA2E6A-31BC-9061-6690-1257D85CD6C9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6" name="Hình ảnh 5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500B8F57-5603-3B82-8062-FB0A1F8454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843095"/>
            <a:ext cx="1371937" cy="1371599"/>
          </a:xfrm>
          <a:prstGeom prst="rect">
            <a:avLst/>
          </a:prstGeom>
        </p:spPr>
      </p:pic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xmlns="" id="{213757AB-5493-87E5-A748-4F5A05B8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59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AF3C98-2997-2A42-37C5-9AFAE9AA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361A621B-BDBF-43DB-FBA6-9BF1373F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( 1966 – 1975</a:t>
            </a:r>
            <a:r>
              <a:rPr lang="en-US" sz="3200" b="1" dirty="0"/>
              <a:t>)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21932BA8-FB01-59B0-EFE1-0A1505A8A6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363200" cy="3454717"/>
          </a:xfrm>
        </p:spPr>
        <p:txBody>
          <a:bodyPr>
            <a:normAutofit lnSpcReduction="10000"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03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1966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Viện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khoa: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3CE134C0-0009-1CDE-5710-F9FD8FB5CB69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67CF6D72-4655-92BD-F182-DE4D763AFA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xmlns="" id="{8363A24A-4DFD-C332-7B13-337CCA4F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33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C0C8B7-2170-C45E-A944-8A946724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CB28F90F-A5DC-4001-E85F-93602962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( 1966 – 1975</a:t>
            </a:r>
            <a:r>
              <a:rPr lang="en-US" sz="3200" b="1" dirty="0"/>
              <a:t>)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342C07E4-E10C-4BA7-EEE6-5BEBE6650A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363200" cy="3454717"/>
          </a:xfrm>
        </p:spPr>
        <p:txBody>
          <a:bodyPr>
            <a:normAutofit lnSpcReduction="10000"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tọa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 I: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30/4)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 II: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3/2)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 III: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DECF7FEF-405C-9277-C82F-A78F13E628AD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E0600453-A655-013E-D617-C6F1C50C72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EFCBE625-74AC-E089-AB48-325A6370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34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76D9B9-430E-DD07-3B74-F35ECA529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4B912583-86DF-3BDF-8B4B-7B2D1957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3613F26A-FAFD-593D-312F-D01FE3159F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363200" cy="3454717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Viện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ĐHCT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Đoàn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F6C7950D-8A4D-4D04-CD11-1D0CFBF87C6C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5154845C-130B-00E6-0B18-7869AD9C9E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61813CCB-8800-E68F-E13A-6FA7310F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652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DCDDFE-2409-D317-0E4A-CD44461A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C6080EAA-C591-C5D6-09C8-175CEB8C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FF19385F-5344-A1C9-25D3-60B54D2004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363200" cy="34547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hoc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14/1/1998,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6A1DFCA1-59B3-68B6-18A2-07183536BB0E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9F8C7EED-C1E6-B9F7-76AE-FD727A25A6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4C72B6C0-C197-C253-305A-58380E77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93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6C6929-731F-487A-CA36-45F0A4BD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A5F33C69-A25C-DBEF-3816-31E13219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DAACECB5-5024-1710-FCCD-8841AE992F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363200" cy="34547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hoc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xưởng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sữa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</a:t>
            </a: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AB8D0A5F-7084-6992-B908-75AC25202763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990FA053-D199-5B91-9E18-5076FD0ED4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36A1B1B6-9731-C0AF-3B26-FDA156D3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3385" y="5873750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20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BFACE2-19B7-13AD-6706-6082FDF62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8FFAF0E3-5672-E986-696D-02222442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B7EA3281-FB98-AF1C-9A6F-ACC864ECCE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363200" cy="34547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hoc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khtn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04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B7434D28-8213-793D-F622-F91467385857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DE1810CF-2DAA-A333-F0EA-DC480EF8A0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05E86E66-ED79-B786-8D0D-242861D5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07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256DD2-B8C3-C0ED-795C-C6C03295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2FAE355F-E51C-9B26-5D65-FFB90D699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3FE6DB9C-2899-BB1B-E313-21299FF6B8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363200" cy="34547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hoc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……</a:t>
            </a: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Sđh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……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nckh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….</a:t>
            </a: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bồi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….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062C0369-7CFD-56B9-D43E-0112BB035D2D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1342B439-99A2-3C43-83FF-5B990A0C3D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0CAF6E7E-6CFF-28E6-4B2F-5D23247E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2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04D309-D0A8-2093-25F5-8E569726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39CDFDA0-4EDA-4C2D-D10C-562277BF9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54B28354-2BEE-ED4F-8C54-6027E50FE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817352" cy="3454717"/>
          </a:xfrm>
        </p:spPr>
        <p:txBody>
          <a:bodyPr>
            <a:normAutofit fontScale="92500"/>
          </a:bodyPr>
          <a:lstStyle/>
          <a:p>
            <a:r>
              <a:rPr lang="en-US" sz="32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cntt</a:t>
            </a:r>
            <a:r>
              <a:rPr lang="en-US" sz="32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sz="3200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sz="28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1994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Nckh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cntt&amp;tt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4236B3DF-8C7D-498A-9DE6-8B97BEBC48AE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CCAF925F-6AA8-66D3-C701-A6AA6C3482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7B21443E-4EF9-B7AB-C873-F60D0E5D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791199"/>
            <a:ext cx="915989" cy="457201"/>
          </a:xfrm>
        </p:spPr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8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96E74A-F4F2-1DB8-C5F4-7678403B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E6FEF5D2-7623-9E7F-EB42-5B8F0BA2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541DF85D-9B97-3D08-71DB-92D7B2BE09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817352" cy="34547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cntt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cntt&amp;tt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A76D4AF8-6E3C-57A2-EA13-7D422A99022C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2812A7C9-4E26-F4E3-43FA-8649A189CA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F97D4CF8-F9BC-5F24-1676-29EA6B62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934277" cy="365125"/>
          </a:xfrm>
        </p:spPr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860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1C7F63-3DA2-3D6E-6D65-6B0F9A56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376AF84A-E0A6-6569-A676-97A45C450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95DE4EEA-EA6F-B2FA-ED31-722396AE0D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817352" cy="34547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cntt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44EAE962-EAB5-8236-AD5B-237BF7FE020D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E7D5815B-7B3A-E8DA-856A-AE5C7DE462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EF6CDE84-DD10-D791-CD54-5A4268BF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888557" cy="365125"/>
          </a:xfrm>
        </p:spPr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955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3CC167-FDBF-1966-3C6C-B2D7FBF3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8EC5308F-649A-64B9-2251-F244B2FC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Đhct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77CF0AE6-46EC-78A2-323E-41442156F0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214563"/>
            <a:ext cx="10817352" cy="34547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cntt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⁃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Times New Roman" panose="02020603050405020304" pitchFamily="18" charset="0"/>
              <a:buChar char="+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22E664FB-EF11-C04E-1147-ECF0B39E2A77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E1EA14D0-6D86-7EE9-88BC-3562AF59B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F44F2197-73A4-9AB0-20A2-3F81A7F4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915989" cy="365125"/>
          </a:xfrm>
        </p:spPr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896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B34F75-C05E-2035-45B5-B283E921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xmlns="" id="{0BB66C1F-1945-4687-F219-FDD50810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619124"/>
            <a:ext cx="10817352" cy="539762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endParaRPr lang="en-US" sz="3200" b="1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xmlns="" id="{0A78760C-24D1-7B07-84EA-9519CE9890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6360" y="4489704"/>
            <a:ext cx="2185416" cy="6766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xmlns="" id="{F503A33F-E97B-1AB7-DB1A-14C8710BA8D1}"/>
              </a:ext>
            </a:extLst>
          </p:cNvPr>
          <p:cNvSpPr txBox="1"/>
          <p:nvPr/>
        </p:nvSpPr>
        <p:spPr>
          <a:xfrm>
            <a:off x="913774" y="5791199"/>
            <a:ext cx="628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</a:t>
            </a:r>
          </a:p>
        </p:txBody>
      </p:sp>
      <p:pic>
        <p:nvPicPr>
          <p:cNvPr id="4" name="Hình ảnh 3" descr="Ảnh có chứa văn bản, biểu tượng, Phông chữ, Nhãn hiệu&#10;&#10;Nội dung do AI tạo ra có thể không chính xác.">
            <a:extLst>
              <a:ext uri="{FF2B5EF4-FFF2-40B4-BE49-F238E27FC236}">
                <a16:creationId xmlns:a16="http://schemas.microsoft.com/office/drawing/2014/main" xmlns="" id="{CB916C13-D4A1-860C-CBE1-BAF00E46D1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833137" y="765049"/>
            <a:ext cx="1371937" cy="1371599"/>
          </a:xfrm>
          <a:prstGeom prst="rect">
            <a:avLst/>
          </a:prstGeom>
        </p:spPr>
      </p:pic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xmlns="" id="{1DCB1584-F6F4-FBD6-13B0-76E9B93B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915989" cy="365125"/>
          </a:xfrm>
        </p:spPr>
        <p:txBody>
          <a:bodyPr/>
          <a:lstStyle/>
          <a:p>
            <a:fld id="{6D22F896-40B5-4ADD-8801-0D06FADFA095}" type="slidenum"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52114"/>
      </p:ext>
    </p:extLst>
  </p:cSld>
  <p:clrMapOvr>
    <a:masterClrMapping/>
  </p:clrMapOvr>
</p:sld>
</file>

<file path=ppt/theme/theme1.xml><?xml version="1.0" encoding="utf-8"?>
<a:theme xmlns:a="http://schemas.openxmlformats.org/drawingml/2006/main" name="Giọt nước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TM04033925[[fn=Giọt nhỏ]]</Template>
  <TotalTime>78</TotalTime>
  <Words>622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1" baseType="lpstr">
      <vt:lpstr>Aptos</vt:lpstr>
      <vt:lpstr>Arial</vt:lpstr>
      <vt:lpstr>Times New Roman</vt:lpstr>
      <vt:lpstr>Tw Cen MT</vt:lpstr>
      <vt:lpstr>Giọt nước</vt:lpstr>
      <vt:lpstr>Đại học cần thơ – Quá trình hình thành và phát triển</vt:lpstr>
      <vt:lpstr>Nội dung</vt:lpstr>
      <vt:lpstr>Thời kỳ viện đại học cần thơ ( 1966 – 1975)</vt:lpstr>
      <vt:lpstr>Thời kỳ viện đại học cần thơ ( 1966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Cám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– Quá trình hình thành và phát triển</dc:title>
  <dc:creator>Nguyen Vuon Anh Kiet</dc:creator>
  <cp:lastModifiedBy>Windows User</cp:lastModifiedBy>
  <cp:revision>2</cp:revision>
  <dcterms:created xsi:type="dcterms:W3CDTF">2026-02-05T04:33:11Z</dcterms:created>
  <dcterms:modified xsi:type="dcterms:W3CDTF">2026-02-06T00:22:02Z</dcterms:modified>
</cp:coreProperties>
</file>