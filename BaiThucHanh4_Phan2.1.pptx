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2" r:id="rId5"/>
    <p:sldId id="261" r:id="rId6"/>
    <p:sldId id="265" r:id="rId7"/>
    <p:sldId id="260"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4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43BC89-8A84-4D37-9CBD-337B3F1282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C7F0842-8EC3-4657-8CE7-CB431C1082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AA8A7BDE-A24F-4E52-8858-88966D86E761}"/>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A496A12D-EA9D-475C-B934-9C9608585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EA6437F-4BD2-4BB0-9F6C-3204A6302DD0}"/>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2493582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5C764-108D-483B-8F53-B1BC33FEA9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360431A-1C6F-4048-9C73-4FCE16DA9C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29E4593-951B-404E-BE88-E5042832742F}"/>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A8D1623A-DFAC-4C91-AFCC-1604FD812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C738519-3D34-4ED4-ABC0-E4DF1EBD30FC}"/>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199803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6EB83-04AC-4E00-B92E-A8C0777940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66C81F6-7C94-49D6-9347-6A6DC83F06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C42865D-22DA-4EC9-9475-F1A0BB9F29B2}"/>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D35E8E47-85A4-473B-A72C-CCFC4C0A3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A65AECE-F4A2-425C-9462-5A479DC281B5}"/>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329049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785D4B-4DB2-4466-92DC-67EB5D7649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796FF4B-5D11-4A28-A5B1-AA7EC61D8D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E13104A1-C285-4D36-B8E9-1097A82C06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2CC361EC-423D-402F-8A5E-DF917641878F}"/>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6" name="Footer Placeholder 5">
            <a:extLst>
              <a:ext uri="{FF2B5EF4-FFF2-40B4-BE49-F238E27FC236}">
                <a16:creationId xmlns:a16="http://schemas.microsoft.com/office/drawing/2014/main" xmlns="" id="{4A2F4265-D728-44A7-8C95-666BFC1158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15CA7A9-56D6-4306-A1F3-FFBB53F68F59}"/>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264679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C56B5A-E89E-4CF9-B499-866DDCCAE0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2BA7CDD0-6B2C-4927-9B43-F1969E7F95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CC229EE-700F-453D-AAA5-C0B1A6D799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A3D7A8A0-A2A6-4027-9F50-3F6DF45F3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0D3CA2-D8A1-4FBD-A3D4-1B7AF891C4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91870C0-3AC7-45B0-909C-6DF00A28F668}"/>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8" name="Footer Placeholder 7">
            <a:extLst>
              <a:ext uri="{FF2B5EF4-FFF2-40B4-BE49-F238E27FC236}">
                <a16:creationId xmlns:a16="http://schemas.microsoft.com/office/drawing/2014/main" xmlns="" id="{11186593-DED5-4B9A-9685-EC231E6CFD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BD813289-3299-4B7D-8362-E2AE07FACE39}"/>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121675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C94E78-2AFC-4FC5-8C1E-79DBACA2C5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8C2F1FDC-751A-4DB8-8C13-FED3D194B2A4}"/>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4" name="Footer Placeholder 3">
            <a:extLst>
              <a:ext uri="{FF2B5EF4-FFF2-40B4-BE49-F238E27FC236}">
                <a16:creationId xmlns:a16="http://schemas.microsoft.com/office/drawing/2014/main" xmlns="" id="{4BAA4BAA-C538-4502-9D63-ACFA61E124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797E6BB0-6C7C-44D4-B20D-078C6786D8D7}"/>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660731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77B7D05-8E32-471D-B8B5-E7AF3A103739}"/>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3" name="Footer Placeholder 2">
            <a:extLst>
              <a:ext uri="{FF2B5EF4-FFF2-40B4-BE49-F238E27FC236}">
                <a16:creationId xmlns:a16="http://schemas.microsoft.com/office/drawing/2014/main" xmlns="" id="{06BA4797-82A1-4CE7-889A-F9B9B82B70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4A730667-285C-494F-B67B-8EFFB7D11851}"/>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254615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09B73A-F28B-4878-BD46-14C466460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5EA31F33-7487-4D3E-8099-E367705DC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8462519D-1E2F-43B1-AD1B-5D4A5A83C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0CDEEAB-667C-48DE-9E83-1FDBE0A1C7BA}"/>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6" name="Footer Placeholder 5">
            <a:extLst>
              <a:ext uri="{FF2B5EF4-FFF2-40B4-BE49-F238E27FC236}">
                <a16:creationId xmlns:a16="http://schemas.microsoft.com/office/drawing/2014/main" xmlns="" id="{92F99E21-63BC-4AE0-B951-55F7D51500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CD4588C-4CA7-421D-87D5-9AFE98565C22}"/>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754901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6709C5-3537-4FFC-9A3D-64C68FDB4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7642BAE-99D9-44EC-9D00-780536030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16EDC3A4-2BE1-48D0-8827-B1F275AFDA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E5A953A-C423-439D-B873-418BF6C4A7FC}"/>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6" name="Footer Placeholder 5">
            <a:extLst>
              <a:ext uri="{FF2B5EF4-FFF2-40B4-BE49-F238E27FC236}">
                <a16:creationId xmlns:a16="http://schemas.microsoft.com/office/drawing/2014/main" xmlns="" id="{0D6E1873-7279-4789-B3C8-E367C7AE89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B48CFFA-83B3-45D4-A3A0-A468B98DF494}"/>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2382444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783240-003B-458A-92F0-61D079BFC7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2B32A46C-A3E9-4723-88FE-17001EC139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7B00CE2-68F0-408B-974C-C7B026223399}"/>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1268F2B3-7914-43EE-9034-48F003C6C0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E357DD-B562-4546-A4FD-443B928FF85E}"/>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3087651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4001DB9-F75F-4AE7-A04A-DC142DB2E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DEB3D59-8707-4DFE-A0BC-F39F20D9A4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CF6F4BF-F723-4177-AC21-0E9FD898358D}"/>
              </a:ext>
            </a:extLst>
          </p:cNvPr>
          <p:cNvSpPr>
            <a:spLocks noGrp="1"/>
          </p:cNvSpPr>
          <p:nvPr>
            <p:ph type="dt" sz="half" idx="10"/>
          </p:nvPr>
        </p:nvSpPr>
        <p:spPr/>
        <p:txBody>
          <a:body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E812A264-167A-4690-8407-8B48D3DCD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37E6FB3-B190-41BB-81D0-C65950968E9D}"/>
              </a:ext>
            </a:extLst>
          </p:cNvPr>
          <p:cNvSpPr>
            <a:spLocks noGrp="1"/>
          </p:cNvSpPr>
          <p:nvPr>
            <p:ph type="sldNum" sz="quarter" idx="12"/>
          </p:nvPr>
        </p:nvSpPr>
        <p:spPr/>
        <p:txBody>
          <a:bodyPr/>
          <a:lstStyle/>
          <a:p>
            <a:fld id="{48FA3208-6230-4C64-B6B9-269EEF9841BF}" type="slidenum">
              <a:rPr lang="en-US" smtClean="0"/>
              <a:t>‹#›</a:t>
            </a:fld>
            <a:endParaRPr lang="en-US"/>
          </a:p>
        </p:txBody>
      </p:sp>
    </p:spTree>
    <p:extLst>
      <p:ext uri="{BB962C8B-B14F-4D97-AF65-F5344CB8AC3E}">
        <p14:creationId xmlns:p14="http://schemas.microsoft.com/office/powerpoint/2010/main" val="112513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F9D061A-F9DE-462C-B181-D4C59008E9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B0ABEC1-94A0-46A5-A965-DD252A005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62703B0-7427-4A26-8957-B835AEDE7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83F527-D75A-48EF-8B88-185F5F97AEFF}" type="datetimeFigureOut">
              <a:rPr lang="en-US" smtClean="0"/>
              <a:t>06/02/2026</a:t>
            </a:fld>
            <a:endParaRPr lang="en-US"/>
          </a:p>
        </p:txBody>
      </p:sp>
      <p:sp>
        <p:nvSpPr>
          <p:cNvPr id="5" name="Footer Placeholder 4">
            <a:extLst>
              <a:ext uri="{FF2B5EF4-FFF2-40B4-BE49-F238E27FC236}">
                <a16:creationId xmlns:a16="http://schemas.microsoft.com/office/drawing/2014/main" xmlns="" id="{0A46DB2E-1DB8-40F0-AF30-CCB4C4A9E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D9DF9D63-51FA-4D0B-9D45-D9FB9C7FBB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A3208-6230-4C64-B6B9-269EEF9841BF}" type="slidenum">
              <a:rPr lang="en-US" smtClean="0"/>
              <a:t>‹#›</a:t>
            </a:fld>
            <a:endParaRPr lang="en-US"/>
          </a:p>
        </p:txBody>
      </p:sp>
    </p:spTree>
    <p:extLst>
      <p:ext uri="{BB962C8B-B14F-4D97-AF65-F5344CB8AC3E}">
        <p14:creationId xmlns:p14="http://schemas.microsoft.com/office/powerpoint/2010/main" val="2959016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alphaModFix amt="20000"/>
            <a:extLst>
              <a:ext uri="{28A0092B-C50C-407E-A947-70E740481C1C}">
                <a14:useLocalDpi xmlns:a14="http://schemas.microsoft.com/office/drawing/2010/main" val="0"/>
              </a:ext>
            </a:extLst>
          </a:blip>
          <a:srcRect/>
          <a:stretch>
            <a:fillRect/>
          </a:stretch>
        </p:blipFill>
        <p:spPr bwMode="auto">
          <a:xfrm>
            <a:off x="3191797" y="524797"/>
            <a:ext cx="5808406" cy="58084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558412" y="1674674"/>
            <a:ext cx="9075175" cy="1754326"/>
          </a:xfrm>
          <a:prstGeom prst="rect">
            <a:avLst/>
          </a:prstGeom>
          <a:noFill/>
        </p:spPr>
        <p:txBody>
          <a:bodyPr wrap="square" rtlCol="0">
            <a:spAutoFit/>
          </a:bodyPr>
          <a:lstStyle/>
          <a:p>
            <a:pPr algn="ctr"/>
            <a:r>
              <a:rPr lang="en-US" sz="5400" b="1" dirty="0">
                <a:solidFill>
                  <a:schemeClr val="accent2">
                    <a:lumMod val="75000"/>
                  </a:schemeClr>
                </a:solidFill>
                <a:latin typeface="Times New Roman" panose="02020603050405020304" pitchFamily="18" charset="0"/>
                <a:cs typeface="Times New Roman" panose="02020603050405020304" pitchFamily="18" charset="0"/>
              </a:rPr>
              <a:t>BỐ CỤC MỘT BÀI THUYẾT TRÌNH</a:t>
            </a:r>
          </a:p>
        </p:txBody>
      </p:sp>
      <p:sp>
        <p:nvSpPr>
          <p:cNvPr id="5" name="TextBox 4"/>
          <p:cNvSpPr txBox="1"/>
          <p:nvPr/>
        </p:nvSpPr>
        <p:spPr>
          <a:xfrm>
            <a:off x="4041059" y="3429000"/>
            <a:ext cx="4003571" cy="769441"/>
          </a:xfrm>
          <a:prstGeom prst="rect">
            <a:avLst/>
          </a:prstGeom>
          <a:noFill/>
        </p:spPr>
        <p:txBody>
          <a:bodyPr wrap="square" rtlCol="0">
            <a:spAutoFit/>
          </a:bodyPr>
          <a:lstStyle/>
          <a:p>
            <a:r>
              <a:rPr lang="en-US" sz="4400" b="1" dirty="0" err="1">
                <a:latin typeface="Times New Roman" panose="02020603050405020304" pitchFamily="18" charset="0"/>
                <a:cs typeface="Times New Roman" panose="02020603050405020304" pitchFamily="18" charset="0"/>
              </a:rPr>
              <a:t>ThS</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Họ</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và</a:t>
            </a:r>
            <a:r>
              <a:rPr lang="en-US" sz="4400" b="1" dirty="0">
                <a:latin typeface="Times New Roman" panose="02020603050405020304" pitchFamily="18" charset="0"/>
                <a:cs typeface="Times New Roman" panose="02020603050405020304" pitchFamily="18" charset="0"/>
              </a:rPr>
              <a:t> </a:t>
            </a:r>
            <a:r>
              <a:rPr lang="en-US" sz="4400" b="1" dirty="0" err="1">
                <a:latin typeface="Times New Roman" panose="02020603050405020304" pitchFamily="18" charset="0"/>
                <a:cs typeface="Times New Roman" panose="02020603050405020304" pitchFamily="18" charset="0"/>
              </a:rPr>
              <a:t>Tên</a:t>
            </a:r>
            <a:endParaRPr lang="en-US" sz="4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044630" y="5768101"/>
            <a:ext cx="3544530" cy="36933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Trích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từ</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Tủ</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sách</a:t>
            </a:r>
            <a:r>
              <a:rPr lang="en-US" b="1" dirty="0">
                <a:latin typeface="Times New Roman" panose="02020603050405020304" pitchFamily="18" charset="0"/>
                <a:cs typeface="Times New Roman" panose="02020603050405020304" pitchFamily="18" charset="0"/>
              </a:rPr>
              <a:t> Khoa </a:t>
            </a:r>
            <a:r>
              <a:rPr lang="en-US" b="1" dirty="0" err="1">
                <a:latin typeface="Times New Roman" panose="02020603050405020304" pitchFamily="18" charset="0"/>
                <a:cs typeface="Times New Roman" panose="02020603050405020304" pitchFamily="18" charset="0"/>
              </a:rPr>
              <a:t>học</a:t>
            </a:r>
            <a:r>
              <a:rPr lang="en-US" b="1" dirty="0">
                <a:latin typeface="Times New Roman" panose="02020603050405020304" pitchFamily="18" charset="0"/>
                <a:cs typeface="Times New Roman" panose="02020603050405020304" pitchFamily="18" charset="0"/>
              </a:rPr>
              <a:t> VLOS</a:t>
            </a:r>
          </a:p>
        </p:txBody>
      </p:sp>
      <p:sp>
        <p:nvSpPr>
          <p:cNvPr id="9" name="Slide Number Placeholder 8"/>
          <p:cNvSpPr>
            <a:spLocks noGrp="1"/>
          </p:cNvSpPr>
          <p:nvPr>
            <p:ph type="sldNum" sz="quarter" idx="12"/>
          </p:nvPr>
        </p:nvSpPr>
        <p:spPr/>
        <p:txBody>
          <a:bodyPr/>
          <a:lstStyle/>
          <a:p>
            <a:fld id="{DDE29103-B74C-4CBA-92ED-92D4625CC6FF}" type="slidenum">
              <a:rPr lang="en-US" sz="1800" smtClean="0"/>
              <a:t>1</a:t>
            </a:fld>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TextBox 1"/>
          <p:cNvSpPr txBox="1"/>
          <p:nvPr/>
        </p:nvSpPr>
        <p:spPr>
          <a:xfrm>
            <a:off x="1105383" y="853482"/>
            <a:ext cx="3553428" cy="769441"/>
          </a:xfrm>
          <a:prstGeom prst="rect">
            <a:avLst/>
          </a:prstGeom>
          <a:noFill/>
        </p:spPr>
        <p:txBody>
          <a:bodyPr wrap="square" rtlCol="0">
            <a:spAutoFit/>
          </a:bodyPr>
          <a:lstStyle/>
          <a:p>
            <a:r>
              <a:rPr lang="en-US" sz="4400" dirty="0" err="1">
                <a:solidFill>
                  <a:schemeClr val="accent2">
                    <a:lumMod val="75000"/>
                  </a:schemeClr>
                </a:solidFill>
                <a:latin typeface="Times New Roman" panose="02020603050405020304" pitchFamily="18" charset="0"/>
                <a:cs typeface="Times New Roman" panose="02020603050405020304" pitchFamily="18" charset="0"/>
              </a:rPr>
              <a:t>Giới</a:t>
            </a:r>
            <a:r>
              <a:rPr lang="en-US" sz="4400" dirty="0">
                <a:solidFill>
                  <a:schemeClr val="accent2">
                    <a:lumMod val="75000"/>
                  </a:schemeClr>
                </a:solidFill>
                <a:latin typeface="Times New Roman" panose="02020603050405020304" pitchFamily="18" charset="0"/>
                <a:cs typeface="Times New Roman" panose="02020603050405020304" pitchFamily="18" charset="0"/>
              </a:rPr>
              <a:t> </a:t>
            </a:r>
            <a:r>
              <a:rPr lang="en-US" sz="4400" dirty="0" err="1">
                <a:solidFill>
                  <a:schemeClr val="accent2">
                    <a:lumMod val="75000"/>
                  </a:schemeClr>
                </a:solidFill>
                <a:latin typeface="Times New Roman" panose="02020603050405020304" pitchFamily="18" charset="0"/>
                <a:cs typeface="Times New Roman" panose="02020603050405020304" pitchFamily="18" charset="0"/>
              </a:rPr>
              <a:t>thiệu</a:t>
            </a:r>
            <a:endParaRPr lang="en-US" sz="44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105383" y="1532455"/>
            <a:ext cx="9297147" cy="2862322"/>
          </a:xfrm>
          <a:prstGeom prst="rect">
            <a:avLst/>
          </a:prstGeom>
          <a:noFill/>
        </p:spPr>
        <p:txBody>
          <a:bodyPr wrap="square" rtlCol="0">
            <a:spAutoFit/>
          </a:bodyPr>
          <a:lstStyle/>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Phần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mở</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đầu</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Cần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đạt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được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mục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đích</a:t>
            </a:r>
            <a:endParaRPr lang="en-US" sz="3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Phần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chính</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Đưa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pháp</a:t>
            </a:r>
            <a:r>
              <a:rPr lang="en-US" sz="3000" dirty="0">
                <a:latin typeface="Times New Roman" panose="02020603050405020304" pitchFamily="18" charset="0"/>
                <a:cs typeface="Times New Roman" panose="02020603050405020304" pitchFamily="18" charset="0"/>
              </a:rPr>
              <a:t>, ý </a:t>
            </a:r>
            <a:r>
              <a:rPr lang="en-US" sz="3000" dirty="0" err="1">
                <a:latin typeface="Times New Roman" panose="02020603050405020304" pitchFamily="18" charset="0"/>
                <a:cs typeface="Times New Roman" panose="02020603050405020304" pitchFamily="18" charset="0"/>
              </a:rPr>
              <a:t>kiến</a:t>
            </a:r>
            <a:endParaRPr lang="en-US" sz="3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Phần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kết</a:t>
            </a:r>
            <a:endParaRPr lang="en-US" sz="3000" dirty="0">
              <a:latin typeface="Times New Roman" panose="02020603050405020304" pitchFamily="18" charset="0"/>
              <a:cs typeface="Times New Roman" panose="02020603050405020304" pitchFamily="18" charset="0"/>
            </a:endParaRPr>
          </a:p>
          <a:p>
            <a:pPr marL="800100" lvl="1" indent="-34290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Tóm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tắt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nội</a:t>
            </a:r>
            <a:r>
              <a:rPr lang="en-US" sz="3000" dirty="0">
                <a:latin typeface="Times New Roman" panose="02020603050405020304" pitchFamily="18" charset="0"/>
                <a:cs typeface="Times New Roman" panose="02020603050405020304" pitchFamily="18" charset="0"/>
              </a:rPr>
              <a:t> dung </a:t>
            </a:r>
            <a:r>
              <a:rPr lang="en-US" sz="3000" dirty="0" err="1">
                <a:latin typeface="Times New Roman" panose="02020603050405020304" pitchFamily="18" charset="0"/>
                <a:cs typeface="Times New Roman" panose="02020603050405020304" pitchFamily="18" charset="0"/>
              </a:rPr>
              <a:t>đã</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được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trình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bày</a:t>
            </a:r>
            <a:endParaRPr lang="en-US" sz="3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E29103-B74C-4CBA-92ED-92D4625CC6FF}" type="slidenum">
              <a:rPr lang="en-US" sz="1800" smtClean="0"/>
              <a:t>2</a:t>
            </a:fld>
            <a:endParaRPr lang="en-US" sz="18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7" name="TextBox 16"/>
          <p:cNvSpPr txBox="1"/>
          <p:nvPr/>
        </p:nvSpPr>
        <p:spPr>
          <a:xfrm>
            <a:off x="833376" y="778536"/>
            <a:ext cx="4386805" cy="769441"/>
          </a:xfrm>
          <a:prstGeom prst="rect">
            <a:avLst/>
          </a:prstGeom>
          <a:noFill/>
        </p:spPr>
        <p:txBody>
          <a:bodyPr wrap="square" rtlCol="0">
            <a:spAutoFit/>
          </a:bodyPr>
          <a:lstStyle/>
          <a:p>
            <a:r>
              <a:rPr lang="en-US" sz="4400" dirty="0" err="1">
                <a:solidFill>
                  <a:schemeClr val="accent2">
                    <a:lumMod val="75000"/>
                  </a:schemeClr>
                </a:solidFill>
                <a:latin typeface="Times New Roman" panose="02020603050405020304" pitchFamily="18" charset="0"/>
                <a:cs typeface="Times New Roman" panose="02020603050405020304" pitchFamily="18" charset="0"/>
              </a:rPr>
              <a:t>Phần</a:t>
            </a:r>
            <a:r>
              <a:rPr lang="en-US" sz="4400" dirty="0">
                <a:solidFill>
                  <a:schemeClr val="accent2">
                    <a:lumMod val="75000"/>
                  </a:schemeClr>
                </a:solidFill>
                <a:latin typeface="Times New Roman" panose="02020603050405020304" pitchFamily="18" charset="0"/>
                <a:cs typeface="Times New Roman" panose="02020603050405020304" pitchFamily="18" charset="0"/>
              </a:rPr>
              <a:t> </a:t>
            </a:r>
            <a:r>
              <a:rPr lang="en-US" sz="4400" dirty="0" err="1">
                <a:solidFill>
                  <a:schemeClr val="accent2">
                    <a:lumMod val="75000"/>
                  </a:schemeClr>
                </a:solidFill>
                <a:latin typeface="Times New Roman" panose="02020603050405020304" pitchFamily="18" charset="0"/>
                <a:cs typeface="Times New Roman" panose="02020603050405020304" pitchFamily="18" charset="0"/>
              </a:rPr>
              <a:t>mở</a:t>
            </a:r>
            <a:r>
              <a:rPr lang="en-US" sz="4400" dirty="0">
                <a:solidFill>
                  <a:schemeClr val="accent2">
                    <a:lumMod val="75000"/>
                  </a:schemeClr>
                </a:solidFill>
                <a:latin typeface="Times New Roman" panose="02020603050405020304" pitchFamily="18" charset="0"/>
                <a:cs typeface="Times New Roman" panose="02020603050405020304" pitchFamily="18" charset="0"/>
              </a:rPr>
              <a:t> </a:t>
            </a:r>
            <a:r>
              <a:rPr lang="en-US" sz="4400" dirty="0" err="1">
                <a:solidFill>
                  <a:schemeClr val="accent2">
                    <a:lumMod val="75000"/>
                  </a:schemeClr>
                </a:solidFill>
                <a:latin typeface="Times New Roman" panose="02020603050405020304" pitchFamily="18" charset="0"/>
                <a:cs typeface="Times New Roman" panose="02020603050405020304" pitchFamily="18" charset="0"/>
              </a:rPr>
              <a:t>đầu</a:t>
            </a:r>
            <a:endParaRPr lang="en-US" sz="44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833376" y="1688574"/>
            <a:ext cx="7766613" cy="3785652"/>
          </a:xfrm>
          <a:prstGeom prst="rect">
            <a:avLst/>
          </a:prstGeom>
          <a:noFill/>
        </p:spPr>
        <p:txBody>
          <a:bodyPr wrap="square" rtlCol="0">
            <a:spAutoFit/>
          </a:bodyPr>
          <a:lstStyle/>
          <a:p>
            <a:pPr marL="285750" indent="-28575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Thu </a:t>
            </a:r>
            <a:r>
              <a:rPr lang="en-US" sz="3000" dirty="0" err="1">
                <a:latin typeface="Times New Roman" panose="02020603050405020304" pitchFamily="18" charset="0"/>
                <a:cs typeface="Times New Roman" panose="02020603050405020304" pitchFamily="18" charset="0"/>
              </a:rPr>
              <a:t>hút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sự</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chú</a:t>
            </a:r>
            <a:r>
              <a:rPr lang="en-US" sz="3000" dirty="0">
                <a:latin typeface="Times New Roman" panose="02020603050405020304" pitchFamily="18" charset="0"/>
                <a:cs typeface="Times New Roman" panose="02020603050405020304" pitchFamily="18" charset="0"/>
              </a:rPr>
              <a:t> ý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người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nghe</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hlinkClick r:id="rId2" action="ppaction://hlinksldjump"/>
              </a:rPr>
              <a:t>Sử</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dụng</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một</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câu</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trích</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dẫn</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Một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câu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hỏi</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Một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hứa</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Thậm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làm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mọi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người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hoạt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động</a:t>
            </a:r>
            <a:endParaRPr lang="en-US" sz="3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Tóm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lược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nội</a:t>
            </a:r>
            <a:r>
              <a:rPr lang="en-US" sz="3000" dirty="0">
                <a:latin typeface="Times New Roman" panose="02020603050405020304" pitchFamily="18" charset="0"/>
                <a:cs typeface="Times New Roman" panose="02020603050405020304" pitchFamily="18" charset="0"/>
              </a:rPr>
              <a:t> dung </a:t>
            </a:r>
            <a:r>
              <a:rPr lang="en-US" sz="3000" dirty="0" err="1">
                <a:latin typeface="Times New Roman" panose="02020603050405020304" pitchFamily="18" charset="0"/>
                <a:cs typeface="Times New Roman" panose="02020603050405020304" pitchFamily="18" charset="0"/>
              </a:rPr>
              <a:t>liên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quan</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Đã</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được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trình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bày</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Được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số</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người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nghe</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biết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rõ</a:t>
            </a:r>
            <a:endParaRPr lang="en-US" sz="3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29103-B74C-4CBA-92ED-92D4625CC6FF}" type="slidenum">
              <a:rPr lang="en-US" sz="1800" smtClean="0"/>
              <a:t>3</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Slide Number Placeholder 1"/>
          <p:cNvSpPr>
            <a:spLocks noGrp="1"/>
          </p:cNvSpPr>
          <p:nvPr>
            <p:ph type="sldNum" sz="quarter" idx="12"/>
          </p:nvPr>
        </p:nvSpPr>
        <p:spPr/>
        <p:txBody>
          <a:bodyPr/>
          <a:lstStyle/>
          <a:p>
            <a:fld id="{DDE29103-B74C-4CBA-92ED-92D4625CC6FF}" type="slidenum">
              <a:rPr lang="en-US" sz="1800" smtClean="0"/>
              <a:t>4</a:t>
            </a:fld>
            <a:endParaRPr lang="en-US" dirty="0"/>
          </a:p>
        </p:txBody>
      </p:sp>
      <p:sp>
        <p:nvSpPr>
          <p:cNvPr id="3" name="TextBox 2"/>
          <p:cNvSpPr txBox="1"/>
          <p:nvPr/>
        </p:nvSpPr>
        <p:spPr>
          <a:xfrm>
            <a:off x="878182" y="843579"/>
            <a:ext cx="6253316" cy="707886"/>
          </a:xfrm>
          <a:prstGeom prst="rect">
            <a:avLst/>
          </a:prstGeom>
          <a:noFill/>
        </p:spPr>
        <p:txBody>
          <a:bodyPr wrap="square" rtlCol="0">
            <a:spAutoFit/>
          </a:bodyPr>
          <a:lstStyle/>
          <a:p>
            <a:r>
              <a:rPr lang="en-US" sz="4000" dirty="0" err="1">
                <a:solidFill>
                  <a:schemeClr val="accent2">
                    <a:lumMod val="75000"/>
                  </a:schemeClr>
                </a:solidFill>
                <a:latin typeface="Times New Roman" panose="02020603050405020304" pitchFamily="18" charset="0"/>
                <a:cs typeface="Times New Roman" panose="02020603050405020304" pitchFamily="18" charset="0"/>
              </a:rPr>
              <a:t>Phần</a:t>
            </a:r>
            <a:r>
              <a:rPr lang="en-US" sz="4000" dirty="0">
                <a:solidFill>
                  <a:schemeClr val="accent2">
                    <a:lumMod val="75000"/>
                  </a:schemeClr>
                </a:solidFill>
                <a:latin typeface="Times New Roman" panose="02020603050405020304" pitchFamily="18" charset="0"/>
                <a:cs typeface="Times New Roman" panose="02020603050405020304" pitchFamily="18" charset="0"/>
              </a:rPr>
              <a:t> </a:t>
            </a:r>
            <a:r>
              <a:rPr lang="en-US" sz="4000" dirty="0" err="1">
                <a:solidFill>
                  <a:schemeClr val="accent2">
                    <a:lumMod val="75000"/>
                  </a:schemeClr>
                </a:solidFill>
                <a:latin typeface="Times New Roman" panose="02020603050405020304" pitchFamily="18" charset="0"/>
                <a:cs typeface="Times New Roman" panose="02020603050405020304" pitchFamily="18" charset="0"/>
              </a:rPr>
              <a:t>chính</a:t>
            </a:r>
            <a:endParaRPr lang="en-US" sz="4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78182" y="1659633"/>
            <a:ext cx="9258876" cy="2861310"/>
          </a:xfrm>
          <a:prstGeom prst="rect">
            <a:avLst/>
          </a:prstGeom>
          <a:noFill/>
        </p:spPr>
        <p:txBody>
          <a:bodyPr wrap="square" rtlCol="0">
            <a:spAutoFit/>
          </a:bodyPr>
          <a:lstStyle/>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Phần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với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nội</a:t>
            </a:r>
            <a:r>
              <a:rPr lang="en-US" sz="3000" dirty="0">
                <a:latin typeface="Times New Roman" panose="02020603050405020304" pitchFamily="18" charset="0"/>
                <a:cs typeface="Times New Roman" panose="02020603050405020304" pitchFamily="18" charset="0"/>
              </a:rPr>
              <a:t> dung</a:t>
            </a: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Vấn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đề</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quyết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yêu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việc</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a:latin typeface="Times New Roman" panose="02020603050405020304" pitchFamily="18" charset="0"/>
                <a:cs typeface="Times New Roman" panose="02020603050405020304" pitchFamily="18" charset="0"/>
              </a:rPr>
              <a:t>Ý </a:t>
            </a:r>
            <a:r>
              <a:rPr lang="en-US" sz="3000" dirty="0" err="1">
                <a:latin typeface="Times New Roman" panose="02020603050405020304" pitchFamily="18" charset="0"/>
                <a:cs typeface="Times New Roman" panose="02020603050405020304" pitchFamily="18" charset="0"/>
              </a:rPr>
              <a:t>tưởng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pháp</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a:latin typeface="Times New Roman" panose="02020603050405020304" pitchFamily="18" charset="0"/>
                <a:cs typeface="Times New Roman" panose="02020603050405020304" pitchFamily="18" charset="0"/>
                <a:hlinkClick r:id="rId2" action="ppaction://hlinksldjump"/>
              </a:rPr>
              <a:t>Cung </a:t>
            </a:r>
            <a:r>
              <a:rPr lang="en-US" sz="3000" dirty="0" err="1">
                <a:latin typeface="Times New Roman" panose="02020603050405020304" pitchFamily="18" charset="0"/>
                <a:cs typeface="Times New Roman" panose="02020603050405020304" pitchFamily="18" charset="0"/>
                <a:hlinkClick r:id="rId2" action="ppaction://hlinksldjump"/>
              </a:rPr>
              <a:t>cấp</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ví</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dụ</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để</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chứng</a:t>
            </a:r>
            <a:r>
              <a:rPr lang="en-US" sz="3000" dirty="0">
                <a:latin typeface="Times New Roman" panose="02020603050405020304" pitchFamily="18" charset="0"/>
                <a:cs typeface="Times New Roman" panose="02020603050405020304" pitchFamily="18" charset="0"/>
                <a:hlinkClick r:id="rId2" action="ppaction://hlinksldjump"/>
              </a:rPr>
              <a:t> </a:t>
            </a:r>
            <a:r>
              <a:rPr lang="en-US" sz="3000" dirty="0" err="1">
                <a:latin typeface="Times New Roman" panose="02020603050405020304" pitchFamily="18" charset="0"/>
                <a:cs typeface="Times New Roman" panose="02020603050405020304" pitchFamily="18" charset="0"/>
                <a:hlinkClick r:id="rId2" action="ppaction://hlinksldjump"/>
              </a:rPr>
              <a:t>minh</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a:latin typeface="Times New Roman" panose="02020603050405020304" pitchFamily="18" charset="0"/>
                <a:cs typeface="Times New Roman" panose="02020603050405020304" pitchFamily="18" charset="0"/>
              </a:rPr>
              <a:t>Lợi </a:t>
            </a:r>
            <a:r>
              <a:rPr lang="en-US" sz="3000" dirty="0" err="1">
                <a:latin typeface="Times New Roman" panose="02020603050405020304" pitchFamily="18" charset="0"/>
                <a:cs typeface="Times New Roman" panose="02020603050405020304" pitchFamily="18" charset="0"/>
              </a:rPr>
              <a:t>ích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áp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dụng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pháp</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err="1">
                <a:latin typeface="Times New Roman" panose="02020603050405020304" pitchFamily="18" charset="0"/>
                <a:cs typeface="Times New Roman" panose="02020603050405020304" pitchFamily="18" charset="0"/>
              </a:rPr>
              <a:t>Chương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trình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độc</a:t>
            </a:r>
            <a:r>
              <a:rPr lang="en-US" sz="3000" dirty="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việc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làm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cụ</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thể</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Slide Number Placeholder 1"/>
          <p:cNvSpPr>
            <a:spLocks noGrp="1"/>
          </p:cNvSpPr>
          <p:nvPr>
            <p:ph type="sldNum" sz="quarter" idx="12"/>
          </p:nvPr>
        </p:nvSpPr>
        <p:spPr/>
        <p:txBody>
          <a:bodyPr/>
          <a:lstStyle/>
          <a:p>
            <a:fld id="{DDE29103-B74C-4CBA-92ED-92D4625CC6FF}" type="slidenum">
              <a:rPr lang="en-US" sz="1800" smtClean="0"/>
              <a:t>5</a:t>
            </a:fld>
            <a:endParaRPr lang="en-US" sz="1800" dirty="0"/>
          </a:p>
        </p:txBody>
      </p:sp>
      <p:sp>
        <p:nvSpPr>
          <p:cNvPr id="3" name="TextBox 2"/>
          <p:cNvSpPr txBox="1"/>
          <p:nvPr/>
        </p:nvSpPr>
        <p:spPr>
          <a:xfrm>
            <a:off x="879676" y="669043"/>
            <a:ext cx="2841522" cy="707886"/>
          </a:xfrm>
          <a:prstGeom prst="rect">
            <a:avLst/>
          </a:prstGeom>
          <a:noFill/>
        </p:spPr>
        <p:txBody>
          <a:bodyPr wrap="square" rtlCol="0">
            <a:spAutoFit/>
          </a:bodyPr>
          <a:lstStyle/>
          <a:p>
            <a:r>
              <a:rPr lang="en-US" sz="4000" dirty="0" err="1">
                <a:solidFill>
                  <a:schemeClr val="accent2">
                    <a:lumMod val="75000"/>
                  </a:schemeClr>
                </a:solidFill>
                <a:latin typeface="Times New Roman" panose="02020603050405020304" pitchFamily="18" charset="0"/>
                <a:cs typeface="Times New Roman" panose="02020603050405020304" pitchFamily="18" charset="0"/>
              </a:rPr>
              <a:t>Phần</a:t>
            </a:r>
            <a:r>
              <a:rPr lang="en-US" sz="4000" dirty="0">
                <a:solidFill>
                  <a:schemeClr val="accent2">
                    <a:lumMod val="75000"/>
                  </a:schemeClr>
                </a:solidFill>
                <a:latin typeface="Times New Roman" panose="02020603050405020304" pitchFamily="18" charset="0"/>
                <a:cs typeface="Times New Roman" panose="02020603050405020304" pitchFamily="18" charset="0"/>
              </a:rPr>
              <a:t> </a:t>
            </a:r>
            <a:r>
              <a:rPr lang="en-US" sz="4000" dirty="0" err="1">
                <a:solidFill>
                  <a:schemeClr val="accent2">
                    <a:lumMod val="75000"/>
                  </a:schemeClr>
                </a:solidFill>
                <a:latin typeface="Times New Roman" panose="02020603050405020304" pitchFamily="18" charset="0"/>
                <a:cs typeface="Times New Roman" panose="02020603050405020304" pitchFamily="18" charset="0"/>
              </a:rPr>
              <a:t>kết</a:t>
            </a:r>
            <a:endParaRPr lang="en-US" sz="4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79676" y="1469985"/>
            <a:ext cx="10913807" cy="1476375"/>
          </a:xfrm>
          <a:prstGeom prst="rect">
            <a:avLst/>
          </a:prstGeom>
          <a:noFill/>
        </p:spPr>
        <p:txBody>
          <a:bodyPr wrap="square" rtlCol="0">
            <a:spAutoFit/>
          </a:bodyPr>
          <a:lstStyle/>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Tóm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tắt</a:t>
            </a:r>
            <a:endParaRPr lang="en-US" sz="3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Kết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luận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cuối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cùng</a:t>
            </a:r>
            <a:endParaRPr lang="en-US" sz="3000" dirty="0">
              <a:latin typeface="Times New Roman" panose="02020603050405020304" pitchFamily="18" charset="0"/>
              <a:cs typeface="Times New Roman" panose="02020603050405020304" pitchFamily="18" charset="0"/>
            </a:endParaRPr>
          </a:p>
          <a:p>
            <a:pPr marL="742950" lvl="1" indent="-285750">
              <a:buFont typeface="Aptos" panose="020B0004020202020204" pitchFamily="34" charset="0"/>
              <a:buChar char="̶"/>
            </a:pPr>
            <a:r>
              <a:rPr lang="en-US" sz="3000" dirty="0">
                <a:latin typeface="Times New Roman" panose="02020603050405020304" pitchFamily="18" charset="0"/>
                <a:cs typeface="Times New Roman" panose="02020603050405020304" pitchFamily="18" charset="0"/>
              </a:rPr>
              <a:t>Liệu </a:t>
            </a:r>
            <a:r>
              <a:rPr lang="en-US" sz="3000" dirty="0" err="1">
                <a:latin typeface="Times New Roman" panose="02020603050405020304" pitchFamily="18" charset="0"/>
                <a:cs typeface="Times New Roman" panose="02020603050405020304" pitchFamily="18" charset="0"/>
              </a:rPr>
              <a:t>còn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điều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gì</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bạn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muốn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người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nghe</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nhớ</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C6D993-5E96-47FD-BE81-73C8A8C5EC27}"/>
              </a:ext>
            </a:extLst>
          </p:cNvPr>
          <p:cNvSpPr>
            <a:spLocks noGrp="1"/>
          </p:cNvSpPr>
          <p:nvPr>
            <p:ph type="title"/>
          </p:nvPr>
        </p:nvSpPr>
        <p:spPr>
          <a:xfrm>
            <a:off x="3024187" y="3073400"/>
            <a:ext cx="6143625" cy="711200"/>
          </a:xfrm>
        </p:spPr>
        <p:txBody>
          <a:bodyPr>
            <a:normAutofit fontScale="90000"/>
          </a:bodyPr>
          <a:lstStyle/>
          <a:p>
            <a:r>
              <a:rPr lang="vi-VN" dirty="0"/>
              <a:t>Cảm ơn sự chú ý của quý vị</a:t>
            </a:r>
            <a:endParaRPr lang="en-US" dirty="0"/>
          </a:p>
        </p:txBody>
      </p:sp>
    </p:spTree>
    <p:extLst>
      <p:ext uri="{BB962C8B-B14F-4D97-AF65-F5344CB8AC3E}">
        <p14:creationId xmlns:p14="http://schemas.microsoft.com/office/powerpoint/2010/main" val="31277201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Slide Number Placeholder 1"/>
          <p:cNvSpPr>
            <a:spLocks noGrp="1"/>
          </p:cNvSpPr>
          <p:nvPr>
            <p:ph type="sldNum" sz="quarter" idx="12"/>
          </p:nvPr>
        </p:nvSpPr>
        <p:spPr/>
        <p:txBody>
          <a:bodyPr/>
          <a:lstStyle/>
          <a:p>
            <a:fld id="{DDE29103-B74C-4CBA-92ED-92D4625CC6FF}" type="slidenum">
              <a:rPr lang="en-US" sz="1800" smtClean="0"/>
              <a:t>7</a:t>
            </a:fld>
            <a:endParaRPr lang="en-US" dirty="0"/>
          </a:p>
        </p:txBody>
      </p:sp>
      <p:sp>
        <p:nvSpPr>
          <p:cNvPr id="3" name="TextBox 2"/>
          <p:cNvSpPr txBox="1"/>
          <p:nvPr/>
        </p:nvSpPr>
        <p:spPr>
          <a:xfrm>
            <a:off x="712528" y="1672156"/>
            <a:ext cx="10102956" cy="1014730"/>
          </a:xfrm>
          <a:prstGeom prst="rect">
            <a:avLst/>
          </a:prstGeom>
          <a:noFill/>
        </p:spPr>
        <p:txBody>
          <a:bodyPr wrap="square" rtlCol="0">
            <a:spAutoFit/>
          </a:bodyPr>
          <a:lstStyle/>
          <a:p>
            <a:pPr marL="285750" indent="-285750">
              <a:buFont typeface="Arial" panose="020B0604020202020204" pitchFamily="34" charset="0"/>
              <a:buChar char="•"/>
            </a:pPr>
            <a:r>
              <a:rPr lang="en-US" sz="3000" dirty="0" err="1">
                <a:latin typeface="Times New Roman" panose="02020603050405020304" pitchFamily="18" charset="0"/>
                <a:cs typeface="Times New Roman" panose="02020603050405020304" pitchFamily="18" charset="0"/>
              </a:rPr>
              <a:t>Ví</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dụ</a:t>
            </a:r>
            <a:r>
              <a:rPr lang="en-US" sz="3000" dirty="0">
                <a:latin typeface="Times New Roman" panose="02020603050405020304" pitchFamily="18" charset="0"/>
                <a:cs typeface="Times New Roman" panose="02020603050405020304" pitchFamily="18" charset="0"/>
              </a:rPr>
              <a:t>: Ta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thể</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phát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biểu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trích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dẫn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ích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học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ngành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nghệ</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a:t>
            </a:r>
          </a:p>
        </p:txBody>
      </p:sp>
      <p:sp>
        <p:nvSpPr>
          <p:cNvPr id="4" name="TextBox 3"/>
          <p:cNvSpPr txBox="1"/>
          <p:nvPr/>
        </p:nvSpPr>
        <p:spPr>
          <a:xfrm>
            <a:off x="963561" y="2680833"/>
            <a:ext cx="10795820" cy="3323987"/>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“Hằng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79676" y="826092"/>
            <a:ext cx="10230776" cy="923330"/>
          </a:xfrm>
          <a:prstGeom prst="rect">
            <a:avLst/>
          </a:prstGeom>
          <a:noFill/>
        </p:spPr>
        <p:txBody>
          <a:bodyPr wrap="square" rtlCol="0">
            <a:spAutoFit/>
          </a:bodyPr>
          <a:lstStyle/>
          <a:p>
            <a:r>
              <a:rPr lang="en-US" sz="3600" b="1" dirty="0" err="1">
                <a:solidFill>
                  <a:schemeClr val="accent2">
                    <a:lumMod val="75000"/>
                  </a:schemeClr>
                </a:solidFill>
                <a:latin typeface="Times New Roman" panose="02020603050405020304" pitchFamily="18" charset="0"/>
                <a:cs typeface="Times New Roman" panose="02020603050405020304" pitchFamily="18" charset="0"/>
              </a:rPr>
              <a:t>Ví</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dụ</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sử</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dụng</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một</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đoạn</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trích</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dẫn</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khi</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giới</a:t>
            </a:r>
            <a:r>
              <a:rPr lang="en-US" sz="3600" b="1" dirty="0">
                <a:solidFill>
                  <a:schemeClr val="accent2">
                    <a:lumMod val="75000"/>
                  </a:schemeClr>
                </a:solidFill>
                <a:latin typeface="Times New Roman" panose="02020603050405020304" pitchFamily="18" charset="0"/>
                <a:cs typeface="Times New Roman" panose="02020603050405020304" pitchFamily="18" charset="0"/>
              </a:rPr>
              <a:t> </a:t>
            </a:r>
            <a:r>
              <a:rPr lang="en-US" sz="3600" b="1" dirty="0" err="1">
                <a:solidFill>
                  <a:schemeClr val="accent2">
                    <a:lumMod val="75000"/>
                  </a:schemeClr>
                </a:solidFill>
                <a:latin typeface="Times New Roman" panose="02020603050405020304" pitchFamily="18" charset="0"/>
                <a:cs typeface="Times New Roman" panose="02020603050405020304" pitchFamily="18" charset="0"/>
              </a:rPr>
              <a:t>thiệu</a:t>
            </a:r>
            <a:endParaRPr lang="en-US" sz="3600" dirty="0">
              <a:solidFill>
                <a:schemeClr val="accent2">
                  <a:lumMod val="7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8" name="Action Button: Return 7">
            <a:hlinkClick r:id="rId2" action="ppaction://hlinksldjump" highlightClick="1"/>
            <a:extLst>
              <a:ext uri="{FF2B5EF4-FFF2-40B4-BE49-F238E27FC236}">
                <a16:creationId xmlns:a16="http://schemas.microsoft.com/office/drawing/2014/main" xmlns="" id="{B306F479-1D6C-44B9-929D-0512D52181E3}"/>
              </a:ext>
            </a:extLst>
          </p:cNvPr>
          <p:cNvSpPr/>
          <p:nvPr/>
        </p:nvSpPr>
        <p:spPr>
          <a:xfrm>
            <a:off x="5658887" y="6002335"/>
            <a:ext cx="672353" cy="536577"/>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Slide Number Placeholder 1"/>
          <p:cNvSpPr>
            <a:spLocks noGrp="1"/>
          </p:cNvSpPr>
          <p:nvPr>
            <p:ph type="sldNum" sz="quarter" idx="12"/>
          </p:nvPr>
        </p:nvSpPr>
        <p:spPr/>
        <p:txBody>
          <a:bodyPr/>
          <a:lstStyle/>
          <a:p>
            <a:fld id="{DDE29103-B74C-4CBA-92ED-92D4625CC6FF}" type="slidenum">
              <a:rPr lang="en-US" sz="1800" smtClean="0"/>
              <a:t>8</a:t>
            </a:fld>
            <a:endParaRPr lang="en-US" dirty="0"/>
          </a:p>
        </p:txBody>
      </p:sp>
      <p:sp>
        <p:nvSpPr>
          <p:cNvPr id="3" name="TextBox 2"/>
          <p:cNvSpPr txBox="1"/>
          <p:nvPr/>
        </p:nvSpPr>
        <p:spPr>
          <a:xfrm>
            <a:off x="879676" y="823654"/>
            <a:ext cx="7803701" cy="646331"/>
          </a:xfrm>
          <a:prstGeom prst="rect">
            <a:avLst/>
          </a:prstGeom>
          <a:noFill/>
        </p:spPr>
        <p:txBody>
          <a:bodyPr wrap="square" rtlCol="0">
            <a:spAutoFit/>
          </a:bodyPr>
          <a:lstStyle/>
          <a:p>
            <a:r>
              <a:rPr lang="en-US" sz="3600" dirty="0" err="1">
                <a:solidFill>
                  <a:schemeClr val="accent2">
                    <a:lumMod val="75000"/>
                  </a:schemeClr>
                </a:solidFill>
                <a:latin typeface="Times New Roman" panose="02020603050405020304" pitchFamily="18" charset="0"/>
                <a:cs typeface="Times New Roman" panose="02020603050405020304" pitchFamily="18" charset="0"/>
              </a:rPr>
              <a:t>Ví</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dụ</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minh</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chứng</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một</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vấn</a:t>
            </a:r>
            <a:r>
              <a:rPr lang="en-US" sz="3600" dirty="0">
                <a:solidFill>
                  <a:schemeClr val="accent2">
                    <a:lumMod val="75000"/>
                  </a:schemeClr>
                </a:solidFill>
                <a:latin typeface="Times New Roman" panose="02020603050405020304" pitchFamily="18" charset="0"/>
                <a:cs typeface="Times New Roman" panose="02020603050405020304" pitchFamily="18" charset="0"/>
              </a:rPr>
              <a:t> </a:t>
            </a:r>
            <a:r>
              <a:rPr lang="en-US" sz="3600" dirty="0" err="1">
                <a:solidFill>
                  <a:schemeClr val="accent2">
                    <a:lumMod val="75000"/>
                  </a:schemeClr>
                </a:solidFill>
                <a:latin typeface="Times New Roman" panose="02020603050405020304" pitchFamily="18" charset="0"/>
                <a:cs typeface="Times New Roman" panose="02020603050405020304" pitchFamily="18" charset="0"/>
              </a:rPr>
              <a:t>đề</a:t>
            </a:r>
            <a:endParaRPr lang="en-US" sz="3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879676" y="1757957"/>
            <a:ext cx="8062452"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Bảng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kê</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tuyển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sinh</a:t>
            </a:r>
            <a:r>
              <a:rPr lang="en-US" sz="2800" dirty="0">
                <a:latin typeface="Times New Roman" panose="02020603050405020304" pitchFamily="18" charset="0"/>
                <a:cs typeface="Times New Roman" panose="02020603050405020304" pitchFamily="18" charset="0"/>
              </a:rPr>
              <a:t> 2020</a:t>
            </a:r>
          </a:p>
        </p:txBody>
      </p:sp>
      <p:graphicFrame>
        <p:nvGraphicFramePr>
          <p:cNvPr id="6" name="Table 5"/>
          <p:cNvGraphicFramePr>
            <a:graphicFrameLocks noGrp="1"/>
          </p:cNvGraphicFramePr>
          <p:nvPr>
            <p:extLst>
              <p:ext uri="{D42A27DB-BD31-4B8C-83A1-F6EECF244321}">
                <p14:modId xmlns:p14="http://schemas.microsoft.com/office/powerpoint/2010/main" val="2407739762"/>
              </p:ext>
            </p:extLst>
          </p:nvPr>
        </p:nvGraphicFramePr>
        <p:xfrm>
          <a:off x="1392337" y="2468516"/>
          <a:ext cx="9236333" cy="3822901"/>
        </p:xfrm>
        <a:graphic>
          <a:graphicData uri="http://schemas.openxmlformats.org/drawingml/2006/table">
            <a:tbl>
              <a:tblPr firstRow="1" bandRow="1">
                <a:tableStyleId>{5C22544A-7EE6-4342-B048-85BDC9FD1C3A}</a:tableStyleId>
              </a:tblPr>
              <a:tblGrid>
                <a:gridCol w="6004258">
                  <a:extLst>
                    <a:ext uri="{9D8B030D-6E8A-4147-A177-3AD203B41FA5}">
                      <a16:colId xmlns:a16="http://schemas.microsoft.com/office/drawing/2014/main" xmlns="" val="20000"/>
                    </a:ext>
                  </a:extLst>
                </a:gridCol>
                <a:gridCol w="3232075">
                  <a:extLst>
                    <a:ext uri="{9D8B030D-6E8A-4147-A177-3AD203B41FA5}">
                      <a16:colId xmlns:a16="http://schemas.microsoft.com/office/drawing/2014/main" xmlns="" val="20001"/>
                    </a:ext>
                  </a:extLst>
                </a:gridCol>
              </a:tblGrid>
              <a:tr h="381074">
                <a:tc>
                  <a:txBody>
                    <a:bodyPr/>
                    <a:lstStyle/>
                    <a:p>
                      <a:pPr>
                        <a:buNone/>
                      </a:pPr>
                      <a:r>
                        <a:rPr lang="en-US" dirty="0" err="1">
                          <a:latin typeface="Times New Roman" panose="02020603050405020304" pitchFamily="18" charset="0"/>
                          <a:cs typeface="Times New Roman" panose="02020603050405020304" pitchFamily="18" charset="0"/>
                        </a:rPr>
                        <a:t>Tên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ngành</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chuyên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ngành</a:t>
                      </a:r>
                      <a:endParaRPr lang="en-US" dirty="0">
                        <a:latin typeface="Times New Roman" panose="02020603050405020304" pitchFamily="18" charset="0"/>
                        <a:cs typeface="Times New Roman" panose="02020603050405020304" pitchFamily="18" charset="0"/>
                      </a:endParaRPr>
                    </a:p>
                  </a:txBody>
                  <a:tcPr anchor="ctr"/>
                </a:tc>
                <a:tc>
                  <a:txBody>
                    <a:bodyPr/>
                    <a:lstStyle/>
                    <a:p>
                      <a:pPr algn="r">
                        <a:buNone/>
                      </a:pPr>
                      <a:r>
                        <a:rPr lang="vi-VN" dirty="0">
                          <a:latin typeface="+mj-lt"/>
                        </a:rPr>
                        <a:t>Số lượng tuyển sinh</a:t>
                      </a:r>
                    </a:p>
                  </a:txBody>
                  <a:tcPr anchor="ctr"/>
                </a:tc>
                <a:extLst>
                  <a:ext uri="{0D108BD9-81ED-4DB2-BD59-A6C34878D82A}">
                    <a16:rowId xmlns:a16="http://schemas.microsoft.com/office/drawing/2014/main" xmlns="" val="10000"/>
                  </a:ext>
                </a:extLst>
              </a:tr>
              <a:tr h="381074">
                <a:tc>
                  <a:txBody>
                    <a:bodyPr/>
                    <a:lstStyle/>
                    <a:p>
                      <a:pPr>
                        <a:buNone/>
                      </a:pPr>
                      <a:r>
                        <a:rPr lang="en-US" dirty="0">
                          <a:latin typeface="Times New Roman" panose="02020603050405020304" pitchFamily="18" charset="0"/>
                          <a:cs typeface="Times New Roman" panose="02020603050405020304" pitchFamily="18" charset="0"/>
                        </a:rPr>
                        <a:t>Công </a:t>
                      </a:r>
                      <a:r>
                        <a:rPr lang="en-US" dirty="0" err="1">
                          <a:latin typeface="Times New Roman" panose="02020603050405020304" pitchFamily="18" charset="0"/>
                          <a:cs typeface="Times New Roman" panose="02020603050405020304" pitchFamily="18" charset="0"/>
                        </a:rPr>
                        <a:t>nghệ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a:t>
                      </a:r>
                    </a:p>
                  </a:txBody>
                  <a:tcPr anchor="ctr"/>
                </a:tc>
                <a:tc>
                  <a:txBody>
                    <a:bodyPr/>
                    <a:lstStyle/>
                    <a:p>
                      <a:pPr algn="r">
                        <a:buNone/>
                      </a:pPr>
                      <a:r>
                        <a:rPr lang="en-US" dirty="0"/>
                        <a:t>272</a:t>
                      </a:r>
                    </a:p>
                  </a:txBody>
                  <a:tcPr anchor="ctr"/>
                </a:tc>
                <a:extLst>
                  <a:ext uri="{0D108BD9-81ED-4DB2-BD59-A6C34878D82A}">
                    <a16:rowId xmlns:a16="http://schemas.microsoft.com/office/drawing/2014/main" xmlns="" val="10001"/>
                  </a:ext>
                </a:extLst>
              </a:tr>
              <a:tr h="381074">
                <a:tc>
                  <a:txBody>
                    <a:bodyPr/>
                    <a:lstStyle/>
                    <a:p>
                      <a:pPr>
                        <a:buNone/>
                      </a:pPr>
                      <a:r>
                        <a:rPr lang="en-US" dirty="0">
                          <a:latin typeface="Times New Roman" panose="02020603050405020304" pitchFamily="18" charset="0"/>
                          <a:cs typeface="Times New Roman" panose="02020603050405020304" pitchFamily="18" charset="0"/>
                        </a:rPr>
                        <a:t>Công </a:t>
                      </a:r>
                      <a:r>
                        <a:rPr lang="en-US" dirty="0" err="1">
                          <a:latin typeface="Times New Roman" panose="02020603050405020304" pitchFamily="18" charset="0"/>
                          <a:cs typeface="Times New Roman" panose="02020603050405020304" pitchFamily="18" charset="0"/>
                        </a:rPr>
                        <a:t>nghệ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 CLC</a:t>
                      </a:r>
                    </a:p>
                  </a:txBody>
                  <a:tcPr anchor="ctr"/>
                </a:tc>
                <a:tc>
                  <a:txBody>
                    <a:bodyPr/>
                    <a:lstStyle/>
                    <a:p>
                      <a:pPr algn="r"/>
                      <a:r>
                        <a:rPr lang="en-US" dirty="0"/>
                        <a:t>144</a:t>
                      </a:r>
                    </a:p>
                  </a:txBody>
                  <a:tcPr/>
                </a:tc>
                <a:extLst>
                  <a:ext uri="{0D108BD9-81ED-4DB2-BD59-A6C34878D82A}">
                    <a16:rowId xmlns:a16="http://schemas.microsoft.com/office/drawing/2014/main" xmlns="" val="10002"/>
                  </a:ext>
                </a:extLst>
              </a:tr>
              <a:tr h="381074">
                <a:tc>
                  <a:txBody>
                    <a:bodyPr/>
                    <a:lstStyle/>
                    <a:p>
                      <a:pPr>
                        <a:buNone/>
                      </a:pPr>
                      <a:r>
                        <a:rPr lang="sv-SE" dirty="0">
                          <a:latin typeface="Times New Roman" panose="02020603050405020304" pitchFamily="18" charset="0"/>
                          <a:cs typeface="Times New Roman" panose="02020603050405020304" pitchFamily="18" charset="0"/>
                        </a:rPr>
                        <a:t>Công nghệ thông tin - HA</a:t>
                      </a:r>
                    </a:p>
                  </a:txBody>
                  <a:tcPr anchor="ctr"/>
                </a:tc>
                <a:tc>
                  <a:txBody>
                    <a:bodyPr/>
                    <a:lstStyle/>
                    <a:p>
                      <a:pPr algn="r">
                        <a:buNone/>
                      </a:pPr>
                      <a:r>
                        <a:rPr lang="en-US" dirty="0"/>
                        <a:t>75</a:t>
                      </a:r>
                    </a:p>
                  </a:txBody>
                  <a:tcPr anchor="ctr"/>
                </a:tc>
                <a:extLst>
                  <a:ext uri="{0D108BD9-81ED-4DB2-BD59-A6C34878D82A}">
                    <a16:rowId xmlns:a16="http://schemas.microsoft.com/office/drawing/2014/main" xmlns="" val="10003"/>
                  </a:ext>
                </a:extLst>
              </a:tr>
              <a:tr h="381074">
                <a:tc>
                  <a:txBody>
                    <a:bodyPr/>
                    <a:lstStyle/>
                    <a:p>
                      <a:pPr>
                        <a:buNone/>
                      </a:pPr>
                      <a:r>
                        <a:rPr lang="en-US" dirty="0" err="1">
                          <a:latin typeface="Times New Roman" panose="02020603050405020304" pitchFamily="18" charset="0"/>
                          <a:cs typeface="Times New Roman" panose="02020603050405020304" pitchFamily="18" charset="0"/>
                        </a:rPr>
                        <a:t>Mạng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a:txBody>
                  <a:tcPr anchor="ctr"/>
                </a:tc>
                <a:tc>
                  <a:txBody>
                    <a:bodyPr/>
                    <a:lstStyle/>
                    <a:p>
                      <a:pPr algn="r"/>
                      <a:r>
                        <a:rPr lang="en-US" dirty="0"/>
                        <a:t>149</a:t>
                      </a:r>
                    </a:p>
                  </a:txBody>
                  <a:tcPr/>
                </a:tc>
                <a:extLst>
                  <a:ext uri="{0D108BD9-81ED-4DB2-BD59-A6C34878D82A}">
                    <a16:rowId xmlns:a16="http://schemas.microsoft.com/office/drawing/2014/main" xmlns="" val="10004"/>
                  </a:ext>
                </a:extLst>
              </a:tr>
              <a:tr h="381074">
                <a:tc>
                  <a:txBody>
                    <a:bodyPr/>
                    <a:lstStyle/>
                    <a:p>
                      <a:pPr>
                        <a:buNone/>
                      </a:pPr>
                      <a:r>
                        <a:rPr lang="en-US" dirty="0" err="1">
                          <a:latin typeface="Times New Roman" panose="02020603050405020304" pitchFamily="18" charset="0"/>
                          <a:cs typeface="Times New Roman" panose="02020603050405020304" pitchFamily="18" charset="0"/>
                        </a:rPr>
                        <a:t>Kỹ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endParaRPr lang="en-US" dirty="0">
                        <a:latin typeface="Times New Roman" panose="02020603050405020304" pitchFamily="18" charset="0"/>
                        <a:cs typeface="Times New Roman" panose="02020603050405020304" pitchFamily="18" charset="0"/>
                      </a:endParaRPr>
                    </a:p>
                  </a:txBody>
                  <a:tcPr anchor="ctr"/>
                </a:tc>
                <a:tc>
                  <a:txBody>
                    <a:bodyPr/>
                    <a:lstStyle/>
                    <a:p>
                      <a:pPr algn="r"/>
                      <a:r>
                        <a:rPr lang="en-US" dirty="0"/>
                        <a:t>266</a:t>
                      </a:r>
                    </a:p>
                  </a:txBody>
                  <a:tcPr/>
                </a:tc>
                <a:extLst>
                  <a:ext uri="{0D108BD9-81ED-4DB2-BD59-A6C34878D82A}">
                    <a16:rowId xmlns:a16="http://schemas.microsoft.com/office/drawing/2014/main" xmlns="" val="10005"/>
                  </a:ext>
                </a:extLst>
              </a:tr>
              <a:tr h="381074">
                <a:tc>
                  <a:txBody>
                    <a:bodyPr/>
                    <a:lstStyle/>
                    <a:p>
                      <a:pPr>
                        <a:buNone/>
                      </a:pP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a:t>
                      </a:r>
                    </a:p>
                  </a:txBody>
                  <a:tcPr anchor="ctr"/>
                </a:tc>
                <a:tc>
                  <a:txBody>
                    <a:bodyPr/>
                    <a:lstStyle/>
                    <a:p>
                      <a:pPr algn="r"/>
                      <a:r>
                        <a:rPr lang="en-US" dirty="0"/>
                        <a:t>135</a:t>
                      </a:r>
                    </a:p>
                  </a:txBody>
                  <a:tcPr/>
                </a:tc>
                <a:extLst>
                  <a:ext uri="{0D108BD9-81ED-4DB2-BD59-A6C34878D82A}">
                    <a16:rowId xmlns:a16="http://schemas.microsoft.com/office/drawing/2014/main" xmlns="" val="10006"/>
                  </a:ext>
                </a:extLst>
              </a:tr>
              <a:tr h="393235">
                <a:tc>
                  <a:txBody>
                    <a:bodyPr/>
                    <a:lstStyle/>
                    <a:p>
                      <a:pPr>
                        <a:buNone/>
                      </a:pPr>
                      <a:r>
                        <a:rPr lang="en-US" dirty="0">
                          <a:latin typeface="Times New Roman" panose="02020603050405020304" pitchFamily="18" charset="0"/>
                          <a:cs typeface="Times New Roman" panose="02020603050405020304" pitchFamily="18" charset="0"/>
                        </a:rPr>
                        <a:t>Khoa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endParaRPr lang="en-US" dirty="0">
                        <a:latin typeface="Times New Roman" panose="02020603050405020304" pitchFamily="18" charset="0"/>
                        <a:cs typeface="Times New Roman" panose="02020603050405020304" pitchFamily="18" charset="0"/>
                      </a:endParaRPr>
                    </a:p>
                  </a:txBody>
                  <a:tcPr anchor="ctr"/>
                </a:tc>
                <a:tc>
                  <a:txBody>
                    <a:bodyPr/>
                    <a:lstStyle/>
                    <a:p>
                      <a:pPr algn="r"/>
                      <a:r>
                        <a:rPr lang="en-US" dirty="0"/>
                        <a:t>178</a:t>
                      </a:r>
                    </a:p>
                  </a:txBody>
                  <a:tcPr/>
                </a:tc>
                <a:extLst>
                  <a:ext uri="{0D108BD9-81ED-4DB2-BD59-A6C34878D82A}">
                    <a16:rowId xmlns:a16="http://schemas.microsoft.com/office/drawing/2014/main" xmlns="" val="10007"/>
                  </a:ext>
                </a:extLst>
              </a:tr>
              <a:tr h="381074">
                <a:tc>
                  <a:txBody>
                    <a:bodyPr/>
                    <a:lstStyle/>
                    <a:p>
                      <a:pPr>
                        <a:buNone/>
                      </a:pPr>
                      <a:r>
                        <a:rPr lang="en-US" dirty="0">
                          <a:latin typeface="Times New Roman" panose="02020603050405020304" pitchFamily="18" charset="0"/>
                          <a:cs typeface="Times New Roman" panose="02020603050405020304" pitchFamily="18" charset="0"/>
                        </a:rPr>
                        <a:t>Tin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endParaRPr lang="en-US" dirty="0">
                        <a:latin typeface="Times New Roman" panose="02020603050405020304" pitchFamily="18" charset="0"/>
                        <a:cs typeface="Times New Roman" panose="02020603050405020304" pitchFamily="18" charset="0"/>
                      </a:endParaRPr>
                    </a:p>
                  </a:txBody>
                  <a:tcPr anchor="ctr"/>
                </a:tc>
                <a:tc>
                  <a:txBody>
                    <a:bodyPr/>
                    <a:lstStyle/>
                    <a:p>
                      <a:pPr algn="r"/>
                      <a:r>
                        <a:rPr lang="en-US" dirty="0"/>
                        <a:t>32</a:t>
                      </a:r>
                    </a:p>
                  </a:txBody>
                  <a:tcPr/>
                </a:tc>
                <a:extLst>
                  <a:ext uri="{0D108BD9-81ED-4DB2-BD59-A6C34878D82A}">
                    <a16:rowId xmlns:a16="http://schemas.microsoft.com/office/drawing/2014/main" xmlns="" val="10008"/>
                  </a:ext>
                </a:extLst>
              </a:tr>
              <a:tr h="381074">
                <a:tc>
                  <a:txBody>
                    <a:bodyPr/>
                    <a:lstStyle/>
                    <a:p>
                      <a:r>
                        <a:rPr lang="en-US" b="1" dirty="0" err="1">
                          <a:latin typeface="Times New Roman" panose="02020603050405020304" pitchFamily="18" charset="0"/>
                          <a:cs typeface="Times New Roman" panose="02020603050405020304" pitchFamily="18" charset="0"/>
                        </a:rPr>
                        <a:t>Tổng</a:t>
                      </a:r>
                      <a:endParaRPr lang="en-US" b="1" dirty="0">
                        <a:latin typeface="Times New Roman" panose="02020603050405020304" pitchFamily="18" charset="0"/>
                        <a:cs typeface="Times New Roman" panose="02020603050405020304" pitchFamily="18" charset="0"/>
                      </a:endParaRPr>
                    </a:p>
                  </a:txBody>
                  <a:tcPr/>
                </a:tc>
                <a:tc>
                  <a:txBody>
                    <a:bodyPr/>
                    <a:lstStyle/>
                    <a:p>
                      <a:pPr algn="r"/>
                      <a:r>
                        <a:rPr lang="en-US" b="1" dirty="0"/>
                        <a:t>1251</a:t>
                      </a:r>
                    </a:p>
                  </a:txBody>
                  <a:tcPr/>
                </a:tc>
                <a:extLst>
                  <a:ext uri="{0D108BD9-81ED-4DB2-BD59-A6C34878D82A}">
                    <a16:rowId xmlns:a16="http://schemas.microsoft.com/office/drawing/2014/main" xmlns="" val="10009"/>
                  </a:ext>
                </a:extLst>
              </a:tr>
            </a:tbl>
          </a:graphicData>
        </a:graphic>
      </p:graphicFrame>
      <p:sp>
        <p:nvSpPr>
          <p:cNvPr id="5" name="Action Button: Return 4">
            <a:hlinkClick r:id="rId2" action="ppaction://hlinksldjump" highlightClick="1"/>
            <a:extLst>
              <a:ext uri="{FF2B5EF4-FFF2-40B4-BE49-F238E27FC236}">
                <a16:creationId xmlns:a16="http://schemas.microsoft.com/office/drawing/2014/main" xmlns="" id="{B306F479-1D6C-44B9-929D-0512D52181E3}"/>
              </a:ext>
            </a:extLst>
          </p:cNvPr>
          <p:cNvSpPr/>
          <p:nvPr/>
        </p:nvSpPr>
        <p:spPr>
          <a:xfrm>
            <a:off x="9982200" y="933408"/>
            <a:ext cx="672353" cy="536577"/>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278</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Cảm ơn sự chú ý của quý vị</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Mainguyen2k70@gmail.com</dc:creator>
  <cp:lastModifiedBy>Windows User</cp:lastModifiedBy>
  <cp:revision>5</cp:revision>
  <dcterms:created xsi:type="dcterms:W3CDTF">2026-02-05T02:44:21Z</dcterms:created>
  <dcterms:modified xsi:type="dcterms:W3CDTF">2026-02-05T23:56:41Z</dcterms:modified>
</cp:coreProperties>
</file>